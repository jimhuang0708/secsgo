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987F4C-0AF4-AF34-EB69-C8A1724AB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9B25698-1A8D-5145-0111-3026D0369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2B71C5-BA48-D34A-5740-9116C72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E0F3D5-5B8B-B6A1-9446-92EF61AA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1A874D-E24E-C549-8A4C-4672778E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17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4A62F-FD6F-1C3F-45CE-F96CB0AA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2B190C-C784-2432-0415-DD6686F3E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407701-C5CE-6E94-F8DB-844C2A9F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11A33E-1889-C07C-8A93-84740A9A4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0495B3-633E-8AA7-49C4-79A846CF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12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36D850-257B-AF10-236C-2CBE7A67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BF96582-EF68-BE39-3711-56EFCFBB0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9BCFA2-1F81-B7DF-B6DF-EF3DC8F6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2716EC-B71E-A628-0873-7984CA5B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3D0AD0-7D90-7DB7-5E74-BE8241EC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0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50F76C-462A-E677-53FD-E3FE0FB8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CFD7-FA31-2EDE-AD2B-FA54EEB95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4E7FE0-5777-D9A8-454C-5353CA5B1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E639F28-01CD-4BDC-2A74-09B8E49C0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7FCE6DE-7340-9CF0-4AA3-F4E93CF3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D5AB8-50DA-DF2D-5EA6-C0BD892D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589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61AEE9-C7CC-FBB5-4D5D-9972B7D5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F9B2E7-71A4-0240-3EE5-08A5E1D2C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0939BC3-29CB-9315-39D9-8328BBBA8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E966889-550A-DB45-7B7B-92E673C98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699110-5914-B14B-1AAA-EAAD59F49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90FE706-4A81-C167-52B8-3CB26BC7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EA4AD1E-BA9E-452F-28D3-A73E7F2B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1ED011-97B9-0936-84F5-E31A14E6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53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27CCC-1286-FA12-8DC9-F4A51128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48C4EEB-5226-3BEF-7C57-7DD5287F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C9D37DB-FD5C-5BD3-42F8-9DE82D5A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9D5684-E427-7979-BB2B-8201C876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868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977D9C3-CFF1-C14C-6574-397CD67C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D5F398-F67B-ECD8-9408-637A6A4E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4FDF54-7B02-BA4A-F02C-BC769310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2068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58FD31-285A-5344-15CA-71BD691D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0EA0AA-E550-C609-C80D-A80572622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766FE9B-F43C-B3D7-9C10-F29BBE6A7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1BA8ED-50D3-9821-C87C-06285F11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B8C4B5-CF4B-70B4-B61A-DE83A3E8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396EF9-E6B1-5174-1968-471F867B7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573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8B820A-931E-24B6-EFCF-BE0A673F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DB0AC47-AD70-4996-A782-F0084FE2A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4069510-4049-074B-1B81-4A06B7935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328043-AE09-284B-D580-9403BFCA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F6803A-4AAA-D295-D479-27490FAD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CA3E1A-8ADB-294D-A429-4471E7B0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048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2E4FB4-1983-7D95-B0E7-DC774F22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A1661E-A0C1-487D-C5C8-2F25474BE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098E6D-9C91-5D31-6B74-B107ED9B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FF91D9-DFD5-FD77-166D-BB213D99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B42350-2C04-4502-6476-F3E2D818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260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11B72A-6F70-F515-54E9-E2077A4DB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D8EC97-BA36-A775-80E0-A88A60095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225EEE-BCE1-7CF6-D53C-57381453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E480DF-BB0B-847A-2D84-C808921B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2B71D6-1772-DFBE-5569-7B6CB8838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33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CE98825-9B29-71A2-EA57-F76A78860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BD9EE6-B41C-1CCC-D4E7-2D20B565A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91F7E1-EF1E-AD33-1211-CA1280B0F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1256A-3D27-4053-8FC8-E013BB6BC68B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38D97D-BECA-CAF2-2446-2057127E9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1B37E8-0C5B-8A2A-98C6-E45E1C9E6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E27CF-4BF3-4189-98C5-9093241535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443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CEB6FF0F-B2C8-8D93-6109-D1305CAB5A83}"/>
              </a:ext>
            </a:extLst>
          </p:cNvPr>
          <p:cNvSpPr/>
          <p:nvPr/>
        </p:nvSpPr>
        <p:spPr>
          <a:xfrm>
            <a:off x="7349632" y="2217569"/>
            <a:ext cx="4805982" cy="44623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70CF4C0-1FF2-DA30-FFD6-CA82D5592CF4}"/>
              </a:ext>
            </a:extLst>
          </p:cNvPr>
          <p:cNvSpPr/>
          <p:nvPr/>
        </p:nvSpPr>
        <p:spPr>
          <a:xfrm>
            <a:off x="101243" y="2179076"/>
            <a:ext cx="4805982" cy="44623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A35B08-5DC2-A37F-3991-27D96CBBE3B2}"/>
              </a:ext>
            </a:extLst>
          </p:cNvPr>
          <p:cNvSpPr/>
          <p:nvPr/>
        </p:nvSpPr>
        <p:spPr>
          <a:xfrm>
            <a:off x="187526" y="3281063"/>
            <a:ext cx="4676271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EquipmentCtx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1D47A1-D700-E854-5DD7-5A34939DE036}"/>
              </a:ext>
            </a:extLst>
          </p:cNvPr>
          <p:cNvSpPr/>
          <p:nvPr/>
        </p:nvSpPr>
        <p:spPr>
          <a:xfrm>
            <a:off x="187526" y="2568522"/>
            <a:ext cx="1464644" cy="598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XXMod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41A0DF-7CCA-7D8D-4330-C4098ED0D8E0}"/>
              </a:ext>
            </a:extLst>
          </p:cNvPr>
          <p:cNvSpPr/>
          <p:nvPr/>
        </p:nvSpPr>
        <p:spPr>
          <a:xfrm>
            <a:off x="1793340" y="2568522"/>
            <a:ext cx="1464644" cy="598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YYMod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B5A0C9-04D8-FA2A-82D0-12D282ABA89D}"/>
              </a:ext>
            </a:extLst>
          </p:cNvPr>
          <p:cNvSpPr/>
          <p:nvPr/>
        </p:nvSpPr>
        <p:spPr>
          <a:xfrm>
            <a:off x="3399154" y="2568522"/>
            <a:ext cx="1464644" cy="598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ZZMod</a:t>
            </a:r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AB13BF-130C-5AEB-20B9-9731FEE071F5}"/>
              </a:ext>
            </a:extLst>
          </p:cNvPr>
          <p:cNvSpPr/>
          <p:nvPr/>
        </p:nvSpPr>
        <p:spPr>
          <a:xfrm>
            <a:off x="187525" y="3918203"/>
            <a:ext cx="4676271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Control</a:t>
            </a:r>
            <a:r>
              <a:rPr lang="zh-TW" altLang="en-US" dirty="0"/>
              <a:t> 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9D55BD-415B-92E2-1ACD-99B9A503EFFE}"/>
              </a:ext>
            </a:extLst>
          </p:cNvPr>
          <p:cNvSpPr/>
          <p:nvPr/>
        </p:nvSpPr>
        <p:spPr>
          <a:xfrm>
            <a:off x="187524" y="4555343"/>
            <a:ext cx="4676271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Communicate</a:t>
            </a:r>
            <a:r>
              <a:rPr lang="zh-TW" altLang="en-US" dirty="0"/>
              <a:t> 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521C4E-A3F5-233C-41EE-E45D2B9B2CCA}"/>
              </a:ext>
            </a:extLst>
          </p:cNvPr>
          <p:cNvSpPr/>
          <p:nvPr/>
        </p:nvSpPr>
        <p:spPr>
          <a:xfrm>
            <a:off x="187523" y="5200416"/>
            <a:ext cx="4676271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HSMS Single Select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990AB6-82EF-0284-EFA5-5147965DCB14}"/>
              </a:ext>
            </a:extLst>
          </p:cNvPr>
          <p:cNvSpPr/>
          <p:nvPr/>
        </p:nvSpPr>
        <p:spPr>
          <a:xfrm>
            <a:off x="187522" y="5845489"/>
            <a:ext cx="4676271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Transport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781AE6-FF57-2EC4-D647-615CCB1B7CE4}"/>
              </a:ext>
            </a:extLst>
          </p:cNvPr>
          <p:cNvSpPr/>
          <p:nvPr/>
        </p:nvSpPr>
        <p:spPr>
          <a:xfrm>
            <a:off x="7414491" y="3281063"/>
            <a:ext cx="4676271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HostCtx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29EFDB-43BE-76AC-61F6-F3BA367C6914}"/>
              </a:ext>
            </a:extLst>
          </p:cNvPr>
          <p:cNvSpPr/>
          <p:nvPr/>
        </p:nvSpPr>
        <p:spPr>
          <a:xfrm>
            <a:off x="7414490" y="2568522"/>
            <a:ext cx="4676267" cy="598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HostMod</a:t>
            </a:r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11AC42-5313-7AAB-A8E7-C0A76FE94DD4}"/>
              </a:ext>
            </a:extLst>
          </p:cNvPr>
          <p:cNvSpPr/>
          <p:nvPr/>
        </p:nvSpPr>
        <p:spPr>
          <a:xfrm>
            <a:off x="7414488" y="5200416"/>
            <a:ext cx="4676271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HSMS Single Select</a:t>
            </a:r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5BCAC88-3775-053A-149B-F29DF35BD8B7}"/>
              </a:ext>
            </a:extLst>
          </p:cNvPr>
          <p:cNvSpPr/>
          <p:nvPr/>
        </p:nvSpPr>
        <p:spPr>
          <a:xfrm>
            <a:off x="7414487" y="5845489"/>
            <a:ext cx="4676271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Transport</a:t>
            </a:r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7CD159B-E3E7-DA6D-12AD-E9A02BD69401}"/>
              </a:ext>
            </a:extLst>
          </p:cNvPr>
          <p:cNvSpPr/>
          <p:nvPr/>
        </p:nvSpPr>
        <p:spPr>
          <a:xfrm>
            <a:off x="187522" y="1584962"/>
            <a:ext cx="4676273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WebEquipment</a:t>
            </a:r>
            <a:r>
              <a:rPr lang="en-US" altLang="zh-TW" dirty="0"/>
              <a:t> App</a:t>
            </a:r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51B0A1B-4B2A-C40C-1A7D-1BEE3DE399F9}"/>
              </a:ext>
            </a:extLst>
          </p:cNvPr>
          <p:cNvSpPr/>
          <p:nvPr/>
        </p:nvSpPr>
        <p:spPr>
          <a:xfrm>
            <a:off x="7414487" y="1584962"/>
            <a:ext cx="4676270" cy="53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WebHost</a:t>
            </a:r>
            <a:r>
              <a:rPr lang="en-US" altLang="zh-TW" dirty="0"/>
              <a:t> App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818236-61AB-5DC9-882D-DEAD747BAAAE}"/>
              </a:ext>
            </a:extLst>
          </p:cNvPr>
          <p:cNvSpPr/>
          <p:nvPr/>
        </p:nvSpPr>
        <p:spPr>
          <a:xfrm>
            <a:off x="187520" y="433229"/>
            <a:ext cx="4676273" cy="5305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Browser</a:t>
            </a:r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C573EE0-E313-70E7-23B3-7CC8ECCCD7E7}"/>
              </a:ext>
            </a:extLst>
          </p:cNvPr>
          <p:cNvSpPr/>
          <p:nvPr/>
        </p:nvSpPr>
        <p:spPr>
          <a:xfrm>
            <a:off x="7414486" y="444033"/>
            <a:ext cx="4676271" cy="53054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Browser</a:t>
            </a:r>
            <a:endParaRPr lang="zh-TW" altLang="en-US" dirty="0"/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F1AA5BE3-8910-D5B8-EF99-233E2ADB663C}"/>
              </a:ext>
            </a:extLst>
          </p:cNvPr>
          <p:cNvCxnSpPr>
            <a:cxnSpLocks/>
            <a:stCxn id="24" idx="0"/>
            <a:endCxn id="32" idx="2"/>
          </p:cNvCxnSpPr>
          <p:nvPr/>
        </p:nvCxnSpPr>
        <p:spPr>
          <a:xfrm flipH="1" flipV="1">
            <a:off x="2525657" y="963773"/>
            <a:ext cx="2" cy="6211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92C9DC06-565F-84C5-FCFC-1823AE388D66}"/>
              </a:ext>
            </a:extLst>
          </p:cNvPr>
          <p:cNvCxnSpPr>
            <a:cxnSpLocks/>
            <a:stCxn id="25" idx="0"/>
            <a:endCxn id="33" idx="2"/>
          </p:cNvCxnSpPr>
          <p:nvPr/>
        </p:nvCxnSpPr>
        <p:spPr>
          <a:xfrm flipV="1">
            <a:off x="9752622" y="974577"/>
            <a:ext cx="0" cy="610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190A0045-1C20-F98B-1771-7F85EB99D4DE}"/>
              </a:ext>
            </a:extLst>
          </p:cNvPr>
          <p:cNvCxnSpPr>
            <a:stCxn id="15" idx="3"/>
            <a:endCxn id="23" idx="1"/>
          </p:cNvCxnSpPr>
          <p:nvPr/>
        </p:nvCxnSpPr>
        <p:spPr>
          <a:xfrm>
            <a:off x="4863793" y="6110761"/>
            <a:ext cx="25506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97243D72-D4D7-59F7-75C1-57B60A1EDD32}"/>
              </a:ext>
            </a:extLst>
          </p:cNvPr>
          <p:cNvSpPr/>
          <p:nvPr/>
        </p:nvSpPr>
        <p:spPr>
          <a:xfrm>
            <a:off x="5406820" y="5694257"/>
            <a:ext cx="1464639" cy="530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TCP:5000</a:t>
            </a:r>
            <a:endParaRPr lang="zh-TW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AB1FF13-602A-D973-72CB-CAD20269E1E6}"/>
              </a:ext>
            </a:extLst>
          </p:cNvPr>
          <p:cNvSpPr/>
          <p:nvPr/>
        </p:nvSpPr>
        <p:spPr>
          <a:xfrm>
            <a:off x="1980218" y="947822"/>
            <a:ext cx="2332775" cy="530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HTTP:8080</a:t>
            </a:r>
            <a:endParaRPr lang="zh-TW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420D233-145C-AA75-B741-9E0CC8434268}"/>
              </a:ext>
            </a:extLst>
          </p:cNvPr>
          <p:cNvSpPr/>
          <p:nvPr/>
        </p:nvSpPr>
        <p:spPr>
          <a:xfrm>
            <a:off x="8433102" y="1023196"/>
            <a:ext cx="1464639" cy="530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HTTP:8090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3065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33</Words>
  <Application>Microsoft Office PowerPoint</Application>
  <PresentationFormat>寬螢幕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旭清 黃</dc:creator>
  <cp:lastModifiedBy>旭清 黃</cp:lastModifiedBy>
  <cp:revision>10</cp:revision>
  <dcterms:created xsi:type="dcterms:W3CDTF">2026-02-19T08:15:21Z</dcterms:created>
  <dcterms:modified xsi:type="dcterms:W3CDTF">2026-02-19T18:10:55Z</dcterms:modified>
</cp:coreProperties>
</file>